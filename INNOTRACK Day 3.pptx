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118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 ·  DAY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 &amp; Real Data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guessing. Start analysing.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79192"/>
            <a:ext cx="164592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6426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&amp; fast operations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64592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0266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Series &amp; DataFrame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447288"/>
            <a:ext cx="164592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4107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explore a real CSV dataset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31336"/>
            <a:ext cx="164592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describe, groupby, value_counts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215384"/>
            <a:ext cx="164592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1788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hands-on exercises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70448" y="1700784"/>
            <a:ext cx="2907792" cy="25511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2167128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Day 3 — Real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pd.read_csv('students.csv')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print(df.describe())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Fast Arrays for Data Science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= Numerical Python. Replaces slow Python lists with super-fast arrays. Every ML library uses NumPy under the hood.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38862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89888"/>
            <a:ext cx="457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264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array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6824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np.array([1,2,3,4,5])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38862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75688"/>
            <a:ext cx="457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122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math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368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* 2  →  [2,4,6,8,10]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61488"/>
            <a:ext cx="38862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61488"/>
            <a:ext cx="457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980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shape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0540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arr.shape  →  (5,)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47288"/>
            <a:ext cx="38862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47288"/>
            <a:ext cx="457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83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739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np.array([[1,2],[3,4]])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1353312"/>
            <a:ext cx="4389120" cy="3429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1940" y="1426464"/>
            <a:ext cx="41879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arrays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np.array([78, 82, 91, 65, 88, 74])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Instant math — no loops needed!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print(scores.mean())    # 79.67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print(scores.max())     # 91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print(scores.min())     # 65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print(scores.std())     # 8.76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Boolean filter — students who passed (&gt;=75)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= scores[scores &gt;= 75]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print(passed)    # [78 82 91 88]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print(len(passed), "students passed out of", len(scores))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2D array — marks in 3 subjects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np.array([[78,82,91],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[65,70,80],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[88,92,95]])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print(marks.shape)         # (3, 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print(marks.mean(axis=1))  # avg per student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Working with Tables of Data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260604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24128"/>
            <a:ext cx="4572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424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2984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of data.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single Excel column.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pd.Series([85,90,78])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0" y="1024128"/>
            <a:ext cx="310896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024128"/>
            <a:ext cx="45720" cy="10058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0424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1298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columns together.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full Excel spreadsheet.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17373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pd.read_csv('data.csv')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1024128"/>
            <a:ext cx="237744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024128"/>
            <a:ext cx="4572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042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12984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= one column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= full table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have row index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257160"/>
            <a:ext cx="4100732" cy="2179791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57626"/>
            <a:ext cx="419182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a CSV file (most common way to get data)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pd.read_csv('students.csv')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look — always do these first!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         # first 5 rows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          # (395, 33) → rows, columns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print(df.columns)        # list of column names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print(df.dtypes)         # data type of each column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 # count missing values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3</a:t>
            </a:r>
            <a:endParaRPr lang="en-US" sz="9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928AA7F7-F3B6-42C2-2BD4-46636E0B16AE}"/>
              </a:ext>
            </a:extLst>
          </p:cNvPr>
          <p:cNvSpPr/>
          <p:nvPr/>
        </p:nvSpPr>
        <p:spPr>
          <a:xfrm>
            <a:off x="4737646" y="2258568"/>
            <a:ext cx="4040594" cy="2159391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067DC201-4ECD-BAD6-A917-3AC3E4A82527}"/>
              </a:ext>
            </a:extLst>
          </p:cNvPr>
          <p:cNvSpPr/>
          <p:nvPr/>
        </p:nvSpPr>
        <p:spPr>
          <a:xfrm>
            <a:off x="4897433" y="2350008"/>
            <a:ext cx="3835087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one column (returns a Series)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 = 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['age']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9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ages.mean</a:t>
            </a: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      # average age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multiple columns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subset = df[['name','age','grade']]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rows — students who study more than 2 hrs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hardworkers = df[df['studytime'] &gt; 2]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print(len(hardworkers))  # how many students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Exploratory Data Analysis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8412480" cy="274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= Understanding your data BEFORE modelling. Every ML project starts here.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452628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53312"/>
            <a:ext cx="45720" cy="5303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353312"/>
            <a:ext cx="320040" cy="3200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13807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shape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1627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63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df.shape, df.head(), df.tail()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975104"/>
            <a:ext cx="452628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975104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975104"/>
            <a:ext cx="320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975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0025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nulls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" y="224942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  →  find missing data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452628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596896"/>
            <a:ext cx="457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596896"/>
            <a:ext cx="3200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596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26243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4672" y="28712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→  mean, std, min, max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218688"/>
            <a:ext cx="452628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218688"/>
            <a:ext cx="45720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" y="32461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04672" y="34930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df['col'].value_counts()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452628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840480"/>
            <a:ext cx="45720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840480"/>
            <a:ext cx="320040" cy="320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" y="38679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&amp; agg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04672" y="411480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df.groupby('grade')['score'].mean()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74920" y="1005840"/>
            <a:ext cx="3749040" cy="386791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75504" y="1088136"/>
            <a:ext cx="3547872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EDA walkthrough — Student Performance Dataset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pd.read_csv('student-mat.csv', sep=';')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 — Shape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          # (395, 33)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print(df.head(3))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 — Missing 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print(df.isnull().sum()) # all zeros = clean dataset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 — Statistics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print(df.describe())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Shows: mean age=16.7, avg G3 (final grade)=10.4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4 — Value counts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print(df['sex'].value_counts())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    208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    187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5 — Group comparison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avg_by_internet = df.groupby('internet')['G3'].mean()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print(avg_by_internet)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internet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    9.65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yes   10.74  ← students with internet score higher!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·  Day 3 — 6 Practice Exercises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48640"/>
            <a:ext cx="45720" cy="9875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48640"/>
            <a:ext cx="292608" cy="2926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48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5669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Marks Analyser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82296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NumPy array of 10 student marks. Find mean, highest, lowest, standard deviation, and count how many passed (≥50). Print a summary report.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316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np.array(), .mean(), .max(), boolean filter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548640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548640"/>
            <a:ext cx="4572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54864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548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65776" y="566928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Builder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65776" y="82296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create a DataFrame with 5 students — columns: name, age, city, marks. Print head, shape, and dtypes. Then add a new column 'result' that says Pass/Fail.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3167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pd.DataFrame({...}), df['col'] = ...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627632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627632"/>
            <a:ext cx="45720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627632"/>
            <a:ext cx="2926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" y="16459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Explorer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8096" y="1901952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student-mat.csv. Print shape, column names, first 3 rows, last 3 rows, and count how many students have internet access vs not.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23957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pd.read_csv(), df.head(3), value_counts()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1627632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627632"/>
            <a:ext cx="45720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627632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65776" y="164592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Detective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65776" y="1901952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any CSV with missing values. Find which columns have nulls and how many. Fill numeric nulls with column mean. Fill text nulls with 'Unknown'. Verify no nulls remain.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23957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isnull().sum(), fillna(), dropna()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2706624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2706624"/>
            <a:ext cx="45720" cy="9875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2706624"/>
            <a:ext cx="292608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8096" y="2724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&amp; Compare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8096" y="298094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student dataset, find: avg G3 grade by study time (1–4), avg grade by sex (M/F), top 5 students by G3. Present findings as a printed summary.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34747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groupby(), .mean(), .nlargest()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2706624"/>
            <a:ext cx="41148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706624"/>
            <a:ext cx="45720" cy="9875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2706624"/>
            <a:ext cx="292608" cy="2926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65776" y="272491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EDA Report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65776" y="298094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eda_report(df) that takes any DataFrame and prints: shape, nulls, describe() for numeric columns, and value_counts() for all object columns. Test it on 2 different CSVs.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9160" y="34747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def eda_report(df): ... df.select_dtypes()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5760" y="3813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all 6 files to GitHub and paste link on InnoTrack before 5 PM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—  What You Learned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4114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59536"/>
            <a:ext cx="201168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&amp; fast math operations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289304"/>
            <a:ext cx="201168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89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2710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Series vs DataFrame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201168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17007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real CSV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201168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48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21305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describe, value_counts, groupby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578608"/>
            <a:ext cx="201168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25603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rows with conditions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008376"/>
            <a:ext cx="201168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08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29900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NumPy + Pandas together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201168"/>
            <a:ext cx="3931920" cy="35844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01168"/>
            <a:ext cx="45719" cy="355701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377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5:00 PM Today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5669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InnoTrack: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868680"/>
            <a:ext cx="182880" cy="1828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868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30368" y="88696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exercise .py files pushed to GitHub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83480" y="1307592"/>
            <a:ext cx="182880" cy="1828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3075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30368" y="13258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link pasted on InnoTrack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83480" y="1746504"/>
            <a:ext cx="182880" cy="1828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30368" y="176479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each exercise output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83480" y="2185416"/>
            <a:ext cx="182880" cy="1828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1854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30368" y="220370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 PDF uploaded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83480" y="2624328"/>
            <a:ext cx="182880" cy="1828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2624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30368" y="264261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 what you discovered in EDA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46320" y="3273552"/>
            <a:ext cx="3931920" cy="5029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4:  Matplotlib Charts + First ML Model 🚀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InnoTrack 2026  ·  Day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1299</Words>
  <Application>Microsoft Office PowerPoint</Application>
  <PresentationFormat>On-screen Show (16:9)</PresentationFormat>
  <Paragraphs>189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 sri</cp:lastModifiedBy>
  <cp:revision>3</cp:revision>
  <dcterms:created xsi:type="dcterms:W3CDTF">2026-06-02T10:00:21Z</dcterms:created>
  <dcterms:modified xsi:type="dcterms:W3CDTF">2026-06-02T14:02:03Z</dcterms:modified>
</cp:coreProperties>
</file>